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C8956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8956C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2560320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从零构建生产级 AI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动手实操  |  6 个递进式实验  |  约 3 小时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931920"/>
            <a:ext cx="5029200" cy="640080"/>
          </a:xfrm>
          <a:prstGeom prst="rect">
            <a:avLst/>
          </a:prstGeom>
          <a:solidFill>
            <a:srgbClr val="1A1A1A"/>
          </a:solidFill>
          <a:ln w="9525">
            <a:solidFill>
              <a:srgbClr val="3D33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31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  </a:t>
            </a:r>
            <a:pPr algn="ctr" indent="0" marL="0">
              <a:buNone/>
            </a:pPr>
            <a:r>
              <a:rPr lang="en-US" sz="15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 =  模型  +  Harness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28016" cy="128016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六层架构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将原始大模型转化为可靠的生产级 Agent 的六个核心层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840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25202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270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提示与引导层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系统提示词、钩子、行为规则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234440"/>
            <a:ext cx="3840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417320"/>
            <a:ext cx="548640" cy="548640"/>
          </a:xfrm>
          <a:prstGeom prst="ellipse">
            <a:avLst/>
          </a:prstGeom>
          <a:solidFill>
            <a:srgbClr val="25202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270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工具与执行层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7150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统一工具接口、沙箱执行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350008"/>
            <a:ext cx="3840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2532888"/>
            <a:ext cx="548640" cy="548640"/>
          </a:xfrm>
          <a:prstGeom prst="ellipse">
            <a:avLst/>
          </a:prstGeom>
          <a:solidFill>
            <a:srgbClr val="25202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6426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安全与验证层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50876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权限中间件、人机协同、自动测试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350008"/>
            <a:ext cx="3840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0" y="2532888"/>
            <a:ext cx="548640" cy="548640"/>
          </a:xfrm>
          <a:prstGeom prst="ellipse">
            <a:avLst/>
          </a:prstGeom>
          <a:solidFill>
            <a:srgbClr val="252020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264261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上下文与记忆层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71500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微压缩、会话持久化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465576"/>
            <a:ext cx="3840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3648456"/>
            <a:ext cx="548640" cy="548640"/>
          </a:xfrm>
          <a:prstGeom prst="ellipse">
            <a:avLst/>
          </a:prstGeom>
          <a:solidFill>
            <a:srgbClr val="252020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75818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5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规划与协调层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50876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任务分解、多 Agent 调度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46320" y="3465576"/>
            <a:ext cx="384048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29200" y="3648456"/>
            <a:ext cx="548640" cy="548640"/>
          </a:xfrm>
          <a:prstGeom prst="ellipse">
            <a:avLst/>
          </a:prstGeom>
          <a:solidFill>
            <a:srgbClr val="252020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375818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1500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状态与持久层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71500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工作区存储、产物管理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" y="4434840"/>
            <a:ext cx="7863840" cy="36576"/>
          </a:xfrm>
          <a:prstGeom prst="rect">
            <a:avLst/>
          </a:prstGeom>
          <a:solidFill>
            <a:srgbClr val="C8956C">
              <a:alpha val="30000"/>
            </a:srgbClr>
          </a:solidFill>
          <a:ln/>
        </p:spPr>
      </p:sp>
      <p:sp>
        <p:nvSpPr>
          <p:cNvPr id="36" name="Text 28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模型能力正在趋同 —— Harness 才是竞争力的分水岭。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提示与引导层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3D33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C8956C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裸模型行为不可预测 —— 不遵守项目规范、不理解自身角色、无法拒绝不安全请求。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系统提示词组装（角色 + 规则注入）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项目记忆自动发现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钩子生命周期（PreToolUse / PostToolUse）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后续所有实验的基础 Agent Loop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项目记忆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钩子生命周期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25202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遵循一致的行为规则，在执行前理解项目上下文。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工具与执行层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3D33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C8956C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有引导但无法行动 —— 工具调用只生成文本，无法真正执行文件读写或命令。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统一工具接口（抽象基类）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三个核心工具：ReadFile、WriteFile、Bash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执行流水线：校验 → 执行 → 返回结果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API 的 JSON Schema 工具定义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工厂模式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426464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Schema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92424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92424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输入校验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25202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获得真正的 '手脚' —— 读写文件、执行 Shell 命令。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安全与权限层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3D33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C8956C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能执行操作但零安全检查 —— 如果被要求执行 'rm -rf /'，它会毫不犹豫地执行。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三级权限控制（允许 / 拒绝 / 询问）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命令分类器 + 模式检测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人机协同（HITL）确认系统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危险模式正则与安全规则引擎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中间件模式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命令分类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170432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流程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25202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安全执行 —— 'ls' 自动放行，'sudo rm' 需要人工确认。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上下文与记忆层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3D33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C8956C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长对话导致 Token 爆炸；重启 Agent 后所有状态和上下文全部丢失。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微压缩：压缩旧输出、保留近期上下文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估算与上下文窗口管理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项目记忆系统（CLAUDE.md 自动注入）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跨会话知识持久化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298448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管理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029968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29968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上下文压缩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64408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64408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记忆分层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25202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处理长会话不超限，跨重启保留项目知识。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C8956C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规划与协调层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C895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3D33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C8956C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复杂多步任务迫使单个 Agent 在同一上下文中处理一切 —— 无法分解、委派或并行。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AgentTool：生成独立上下文的子 Agent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任务管理系统（创建 / 列表 / 更新）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SendMessageTool：Agent 间通信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递归生成防护机制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领队模式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上下文隔离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C8956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任务追踪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25202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协调 —— 主 Agent 分解任务并调度子 Agent。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4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状态与持久层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3D333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D4A574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退出程序后一切丢失 —— 对话历史、任务进度、所有累积的上下文全部消失。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SessionStore：消息历史持久化为 JSON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恢复机制：无缝加载历史会话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回退能力：回滚到更早的对话状态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UUID 会话 ID + 文件检查点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会话快照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消息序列化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solidFill>
            <a:srgbClr val="252020"/>
          </a:solidFill>
          <a:ln w="6350">
            <a:solidFill>
              <a:srgbClr val="D4A57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恢复流程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252020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Mini Harness —— Agent 可恢复中断的工作并回滚错误。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C8956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84048"/>
            <a:ext cx="128016" cy="128016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工作坊总结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从裸模型到生产级 Agent，6 步递进式构建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2688" y="1536192"/>
            <a:ext cx="18288" cy="457200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80160"/>
            <a:ext cx="237744" cy="23774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提示与钩子 —— 行为控制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" y="2011680"/>
            <a:ext cx="18288" cy="457200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755648"/>
            <a:ext cx="237744" cy="23774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755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 —— 真实操作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" y="2487168"/>
            <a:ext cx="18288" cy="457200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231136"/>
            <a:ext cx="237744" cy="23774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安全层 —— 权限与人机协同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2688" y="2962656"/>
            <a:ext cx="18288" cy="457200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706624"/>
            <a:ext cx="237744" cy="23774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上下文与记忆 —— 长会话支持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3438144"/>
            <a:ext cx="18288" cy="457200"/>
          </a:xfrm>
          <a:prstGeom prst="rect">
            <a:avLst/>
          </a:prstGeom>
          <a:solidFill>
            <a:srgbClr val="3D3330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182112"/>
            <a:ext cx="237744" cy="237744"/>
          </a:xfrm>
          <a:prstGeom prst="ellipse">
            <a:avLst/>
          </a:prstGeom>
          <a:solidFill>
            <a:srgbClr val="C8956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182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—— 分解与委派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3657600"/>
            <a:ext cx="237744" cy="237744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4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CC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 —— 恢复与回退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0" y="1280160"/>
            <a:ext cx="18288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 小时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0292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总时长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1280160"/>
            <a:ext cx="18288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0408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2377440"/>
            <a:ext cx="18288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0292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实现语言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2377440"/>
            <a:ext cx="1828800" cy="914400"/>
          </a:xfrm>
          <a:prstGeom prst="rect">
            <a:avLst/>
          </a:prstGeom>
          <a:solidFill>
            <a:srgbClr val="1A1A1A"/>
          </a:solidFill>
          <a:ln w="6350">
            <a:solidFill>
              <a:srgbClr val="3D33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0408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实操导向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4160520"/>
            <a:ext cx="8092440" cy="548640"/>
          </a:xfrm>
          <a:prstGeom prst="rect">
            <a:avLst/>
          </a:prstGeom>
          <a:solidFill>
            <a:srgbClr val="252020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16052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C90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模型是大脑。</a:t>
            </a:r>
            <a:pPr algn="ctr" indent="0" marL="0">
              <a:buNone/>
            </a:pPr>
            <a:r>
              <a:rPr lang="en-US" sz="1400" b="1" dirty="0">
                <a:solidFill>
                  <a:srgbClr val="C895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是其他一切。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Harness 工作坊</dc:title>
  <dc:subject>PptxGenJS Presentation</dc:subject>
  <dc:creator>Agent Harness Workshop</dc:creator>
  <cp:lastModifiedBy>Agent Harness Workshop</cp:lastModifiedBy>
  <cp:revision>1</cp:revision>
  <dcterms:created xsi:type="dcterms:W3CDTF">2026-04-06T09:40:50Z</dcterms:created>
  <dcterms:modified xsi:type="dcterms:W3CDTF">2026-04-06T09:40:50Z</dcterms:modified>
</cp:coreProperties>
</file>